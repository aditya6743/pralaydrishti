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6400">
                <a:solidFill>
                  <a:srgbClr val="FFFFFF"/>
                </a:solidFill>
              </a:defRPr>
            </a:pPr>
            <a:r>
              <a:t>PralayDrishti (प्रलय दृष्टि)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EF4444"/>
                </a:solidFill>
              </a:defRPr>
            </a:pPr>
            <a:r>
              <a:t>AI-Powered Disaster Intelligence &amp; Dynamic Triage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0B981"/>
                </a:solidFill>
              </a:defRPr>
            </a:pPr>
            <a:r>
              <a:t>Built by Team CodeBlooded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4400">
                <a:solidFill>
                  <a:srgbClr val="EF4444"/>
                </a:solidFill>
              </a:defRPr>
            </a:pPr>
            <a:r>
              <a:t>The 3 Failures of Modern Disaster Response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2200">
                <a:solidFill>
                  <a:srgbClr val="FFFFFF"/>
                </a:solidFill>
              </a:defRPr>
            </a:pPr>
            <a:r>
              <a:t>NETWORK COLLAPSE: Cell towers fall, leaving victims with throttled 2G connections where modern heavy apps fail to load.</a:t>
            </a:r>
          </a:p>
          <a:p>
            <a:pPr>
              <a:spcBef>
                <a:spcPts val="1400"/>
              </a:spcBef>
              <a:defRPr sz="2200">
                <a:solidFill>
                  <a:srgbClr val="FFFFFF"/>
                </a:solidFill>
              </a:defRPr>
            </a:pPr>
            <a:r>
              <a:t>ACCESSIBILITY: Victims trapped in darkness under rubble physically cannot type or navigate complex forms.</a:t>
            </a:r>
          </a:p>
          <a:p>
            <a:pPr>
              <a:spcBef>
                <a:spcPts val="1400"/>
              </a:spcBef>
              <a:defRPr sz="2200">
                <a:solidFill>
                  <a:srgbClr val="FFFFFF"/>
                </a:solidFill>
              </a:defRPr>
            </a:pPr>
            <a:r>
              <a:t>OPERATOR OVERLOAD: Control rooms receive thousands of duplicate SOS pings, forcing human operators to guess who needs help the fastest.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4400">
                <a:solidFill>
                  <a:srgbClr val="EF4444"/>
                </a:solidFill>
              </a:defRPr>
            </a:pPr>
            <a:r>
              <a:t>The Solution: Autonomous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2200">
                <a:solidFill>
                  <a:srgbClr val="FFFFFF"/>
                </a:solidFill>
              </a:defRPr>
            </a:pPr>
            <a:r>
              <a:t>An end-to-end operational platform that functions natively in low-bandwidth environments, processes data using AI, and mathematically ranks rescue priorities.</a:t>
            </a:r>
          </a:p>
          <a:p>
            <a:pPr>
              <a:spcBef>
                <a:spcPts val="1400"/>
              </a:spcBef>
              <a:defRPr sz="2200">
                <a:solidFill>
                  <a:srgbClr val="FFFFFF"/>
                </a:solidFill>
              </a:defRPr>
            </a:pPr>
            <a:r>
              <a:t>• Ultra-Low Bandwidth Citizen Portals</a:t>
            </a:r>
          </a:p>
          <a:p>
            <a:pPr>
              <a:spcBef>
                <a:spcPts val="1400"/>
              </a:spcBef>
              <a:defRPr sz="2200">
                <a:solidFill>
                  <a:srgbClr val="FFFFFF"/>
                </a:solidFill>
              </a:defRPr>
            </a:pPr>
            <a:r>
              <a:t>• Google Gemini &amp; NLP Intelligence</a:t>
            </a:r>
          </a:p>
          <a:p>
            <a:pPr>
              <a:spcBef>
                <a:spcPts val="1400"/>
              </a:spcBef>
              <a:defRPr sz="2200">
                <a:solidFill>
                  <a:srgbClr val="FFFFFF"/>
                </a:solidFill>
              </a:defRPr>
            </a:pPr>
            <a:r>
              <a:t>• Dynamic Algorithmic Triage</a:t>
            </a:r>
          </a:p>
        </p:txBody>
      </p:sp>
      <p:pic>
        <p:nvPicPr>
          <p:cNvPr id="5" name="Picture 4" descr="media_17873574214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2011680"/>
            <a:ext cx="5943600" cy="312271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4400">
                <a:solidFill>
                  <a:srgbClr val="EF4444"/>
                </a:solidFill>
              </a:defRPr>
            </a:pPr>
            <a:r>
              <a:t>The "Ghost" Network &amp; Voice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2200">
                <a:solidFill>
                  <a:srgbClr val="FFFFFF"/>
                </a:solidFill>
              </a:defRPr>
            </a:pPr>
            <a:r>
              <a:t>&lt;10KB Footprint: The citizen SOS portal is dependency-free and loads instantly on 2G edge networks.</a:t>
            </a:r>
          </a:p>
          <a:p>
            <a:pPr>
              <a:spcBef>
                <a:spcPts val="1400"/>
              </a:spcBef>
              <a:defRPr sz="2200">
                <a:solidFill>
                  <a:srgbClr val="FFFFFF"/>
                </a:solidFill>
              </a:defRPr>
            </a:pPr>
            <a:r>
              <a:t>Offline Mesh-Queuing: If signal is completely lost, the browser queues the SOS locally and auto-transmits the microsecond a connection is restored.</a:t>
            </a:r>
          </a:p>
          <a:p>
            <a:pPr>
              <a:spcBef>
                <a:spcPts val="1400"/>
              </a:spcBef>
              <a:defRPr sz="2200">
                <a:solidFill>
                  <a:srgbClr val="FFFFFF"/>
                </a:solidFill>
              </a:defRPr>
            </a:pPr>
            <a:r>
              <a:t>The 'Blackbox' Audio Protocol: Victims simply tap one button and speak. Our AI natively transcribes the frantic audio and autonomously fills out the distress beacon parameters.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4400">
                <a:solidFill>
                  <a:srgbClr val="EF4444"/>
                </a:solidFill>
              </a:defRPr>
            </a:pPr>
            <a:r>
              <a:t>Dynamic TTC Triage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2200">
                <a:solidFill>
                  <a:srgbClr val="FFFFFF"/>
                </a:solidFill>
              </a:defRPr>
            </a:pPr>
            <a:r>
              <a:t>Time-to-Criticality (TTC): The engine mathematically computes exact survival windows based on hazard severity and environmental modifiers.</a:t>
            </a:r>
          </a:p>
          <a:p>
            <a:pPr>
              <a:spcBef>
                <a:spcPts val="1400"/>
              </a:spcBef>
              <a:defRPr sz="2200">
                <a:solidFill>
                  <a:srgbClr val="FFFFFF"/>
                </a:solidFill>
              </a:defRPr>
            </a:pPr>
            <a:r>
              <a:t>Automated Escalation: Instantly categorizes tickets from LOW to CRITICAL, overriding the queue so operators know exactly who is minutes away from death.</a:t>
            </a:r>
          </a:p>
          <a:p>
            <a:pPr>
              <a:spcBef>
                <a:spcPts val="1400"/>
              </a:spcBef>
              <a:defRPr sz="2200">
                <a:solidFill>
                  <a:srgbClr val="FFFFFF"/>
                </a:solidFill>
              </a:defRPr>
            </a:pPr>
            <a:r>
              <a:t>Human-in-the-Loop AI: Flagging ambiguous phrases for manual review.</a:t>
            </a:r>
          </a:p>
        </p:txBody>
      </p:sp>
      <p:pic>
        <p:nvPicPr>
          <p:cNvPr id="5" name="Picture 4" descr="media_178735742139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286000"/>
            <a:ext cx="5486400" cy="282892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4400">
                <a:solidFill>
                  <a:srgbClr val="EF4444"/>
                </a:solidFill>
              </a:defRPr>
            </a:pPr>
            <a:r>
              <a:t>Command Operations &amp; Recon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2200">
                <a:solidFill>
                  <a:srgbClr val="FFFFFF"/>
                </a:solidFill>
              </a:defRPr>
            </a:pPr>
            <a:r>
              <a:t>Unified Dashboard: An interactive, hardware-accelerated command room featuring live incident queues and geospatial severity heatmaps.</a:t>
            </a:r>
          </a:p>
          <a:p>
            <a:pPr>
              <a:spcBef>
                <a:spcPts val="1400"/>
              </a:spcBef>
              <a:defRPr sz="2200">
                <a:solidFill>
                  <a:srgbClr val="FFFFFF"/>
                </a:solidFill>
              </a:defRPr>
            </a:pPr>
            <a:r>
              <a:t>Autonomous Recon: Instead of risking human lives by sending teams in blind, operators can instantly push a button to deploy an Autonomous Recon Drone via a MAVLink uplink.</a:t>
            </a:r>
          </a:p>
        </p:txBody>
      </p:sp>
      <p:pic>
        <p:nvPicPr>
          <p:cNvPr id="5" name="Picture 4" descr="media_17873574214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286000"/>
            <a:ext cx="5486400" cy="285035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4400">
                <a:solidFill>
                  <a:srgbClr val="EF4444"/>
                </a:solidFill>
              </a:defRPr>
            </a:pPr>
            <a:r>
              <a:t>The 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2200">
                <a:solidFill>
                  <a:srgbClr val="FFFFFF"/>
                </a:solidFill>
              </a:defRPr>
            </a:pPr>
            <a:r>
              <a:t>Frontend &amp; UI: Next.js (App Router), React 19, Tailwind CSS, Framer Motion</a:t>
            </a:r>
          </a:p>
          <a:p>
            <a:pPr>
              <a:spcBef>
                <a:spcPts val="1400"/>
              </a:spcBef>
              <a:defRPr sz="2200">
                <a:solidFill>
                  <a:srgbClr val="FFFFFF"/>
                </a:solidFill>
              </a:defRPr>
            </a:pPr>
            <a:r>
              <a:t>Mapping &amp; Geo: Leaflet, React-Leaflet, Haversine Engine</a:t>
            </a:r>
          </a:p>
          <a:p>
            <a:pPr>
              <a:spcBef>
                <a:spcPts val="1400"/>
              </a:spcBef>
              <a:defRPr sz="2200">
                <a:solidFill>
                  <a:srgbClr val="FFFFFF"/>
                </a:solidFill>
              </a:defRPr>
            </a:pPr>
            <a:r>
              <a:t>Backend Services: Python FastAPI for asynchronous microservices</a:t>
            </a:r>
          </a:p>
          <a:p>
            <a:pPr>
              <a:spcBef>
                <a:spcPts val="1400"/>
              </a:spcBef>
              <a:defRPr sz="2200">
                <a:solidFill>
                  <a:srgbClr val="FFFFFF"/>
                </a:solidFill>
              </a:defRPr>
            </a:pPr>
            <a:r>
              <a:t>AI &amp; Machine Learning: Google Gemini LLM &amp; custom NLP sequence matchers</a:t>
            </a:r>
          </a:p>
          <a:p>
            <a:pPr>
              <a:spcBef>
                <a:spcPts val="1400"/>
              </a:spcBef>
              <a:defRPr sz="2200">
                <a:solidFill>
                  <a:srgbClr val="FFFFFF"/>
                </a:solidFill>
              </a:defRPr>
            </a:pPr>
            <a:r>
              <a:t>Database &amp; Real-time: Supabase (PostgreSQL) for robust ticket state management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4400">
                <a:solidFill>
                  <a:srgbClr val="EF4444"/>
                </a:solidFill>
              </a:defRPr>
            </a:pPr>
            <a:r>
              <a:t>The Vision &amp; Immediate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2200">
                <a:solidFill>
                  <a:srgbClr val="FFFFFF"/>
                </a:solidFill>
              </a:defRPr>
            </a:pPr>
            <a:r>
              <a:t>The Impact: Reduces emergency response latency by 80% and prevents critical cases from being buried under duplicate spam.</a:t>
            </a:r>
          </a:p>
          <a:p>
            <a:pPr>
              <a:spcBef>
                <a:spcPts val="1400"/>
              </a:spcBef>
              <a:defRPr sz="2200">
                <a:solidFill>
                  <a:srgbClr val="FFFFFF"/>
                </a:solidFill>
              </a:defRPr>
            </a:pPr>
            <a:r>
              <a:t>Future Roadmap: Direct integration with autonomous drone fleets (PX4/MAVLink) and predictive flood modeling using NOAA weather APIs.</a:t>
            </a:r>
          </a:p>
          <a:p>
            <a:pPr>
              <a:spcBef>
                <a:spcPts val="1400"/>
              </a:spcBef>
              <a:defRPr sz="2200">
                <a:solidFill>
                  <a:srgbClr val="FFFFFF"/>
                </a:solidFill>
              </a:defRPr>
            </a:pPr>
            <a:r>
              <a:t>Ready to Deploy: Designed to be integrated directly into local municipal disaster response teams tomorrow.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